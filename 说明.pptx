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3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755AE4-11BF-0D66-78D7-5BE1253A2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835B741-BE8A-9496-7085-1B8404C2C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59E92A-811B-6611-AF8D-EB8B9E2F6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CF5F-DED3-4204-87CD-30925DDA2A09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1F1BCC-521C-A1D5-D4C1-275882843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81BD05-42F4-45AD-18E4-B9BAD085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312-1081-4358-BD97-505F8291A8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100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375F68-2C64-1914-3E11-187AF0997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DC73FC-54AD-754B-AABF-EEE32B8AA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63AD42-9DD1-A645-296B-909342DEB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CF5F-DED3-4204-87CD-30925DDA2A09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1BC2DF-C2E3-5803-77D3-5AD49B065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172727-7C08-9FE0-03AC-9D429573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312-1081-4358-BD97-505F8291A8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549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5FB76-C88E-4B92-6291-BB8B4615E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A9E12C-4A29-889F-B7A1-B2883483E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3A9268-894E-5D98-D249-BE7398891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CF5F-DED3-4204-87CD-30925DDA2A09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C0D201-71AC-22AE-9AF2-64DE5DC6E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28907F-61A5-CD4A-7D2E-6C73B91B8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312-1081-4358-BD97-505F8291A8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295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79FC74-CDBE-58E2-B784-CBCDC96DF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004BB4-5901-AB31-5EF4-8EAF59E44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8F1B6C-6D45-4A88-6C25-533587E35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4226F7-6075-1606-D522-695336741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CF5F-DED3-4204-87CD-30925DDA2A09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AA93C2-31F7-2ECA-21BB-4B4741F5D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1834C7-CB90-EEF1-E6CF-45F60EDF7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312-1081-4358-BD97-505F8291A8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514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40330E-2548-9AF8-AE66-B7E476BD8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CE42F1-4675-FE1B-6812-12C893786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C05470-E915-11B3-6A84-00FB074B9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824DD61-E051-9B94-8EE8-FEE160C38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56C0C8A-C711-0B20-C2A0-73B37A1378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01FE897-79ED-2A33-80ED-4CE30D176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CF5F-DED3-4204-87CD-30925DDA2A09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3E0E773-66F9-1D2B-0F0A-90D14103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75DBA41-06CC-E5E5-B1B2-23C6BDCE0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312-1081-4358-BD97-505F8291A8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013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55DB1-F0C2-AFB6-7FB4-60702F8F8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7EC51C-F6A0-742B-F8B0-CC4DD052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CF5F-DED3-4204-87CD-30925DDA2A09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6DC34C-518B-31CB-0437-F7040F06B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D8F290-F002-0704-1C64-B6D6B14E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312-1081-4358-BD97-505F8291A8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963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9523698-F819-70C6-ADBA-2BAD810B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CF5F-DED3-4204-87CD-30925DDA2A09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3D8496-2C33-4D62-C754-13727ACA7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AF89DD-87BE-4AF0-E30C-56BC14916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312-1081-4358-BD97-505F8291A8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642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7F514C-556B-647A-C811-4CDF455C0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901440-3B59-01B4-EB04-41AD43ED5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C3CE01-25D9-EE9D-2142-32C060C58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C37845-45FB-F5C8-7965-FE37BACC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CF5F-DED3-4204-87CD-30925DDA2A09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398596-DEF1-F3EC-FFFB-223621FC1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1A4CD1-28B3-8B79-10E4-790F354A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312-1081-4358-BD97-505F8291A8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472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69F651-9F51-0A2F-0C43-08ED3C0D7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2F76E4-157B-86B1-BFA9-99947A92F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66F033-EFAE-A1E8-62F2-69E7DCF5A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8C0FFF-898E-EABB-F305-96513B372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CF5F-DED3-4204-87CD-30925DDA2A09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BC79B2-BF6C-FDAD-BF75-2BBA52725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2FADD6-1172-CB81-E128-0AD9DFF3D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312-1081-4358-BD97-505F8291A8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494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28A048-8C16-6907-F287-2081D92B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88A8C9-82B9-3A72-E542-1861D86BD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2C96E3-18FC-0F3F-C69B-C33A0E577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CF5F-DED3-4204-87CD-30925DDA2A09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997694-80F1-7FF6-F392-473B9C64E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206DC9-9924-ADE0-8D0B-0B3D048F4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312-1081-4358-BD97-505F8291A8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47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3C9913-AC8D-253E-21B7-04D657459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94B390-4F91-A355-49DE-2FA3C4510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F76F56-209B-C252-B42E-D6E1A6C87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CF5F-DED3-4204-87CD-30925DDA2A09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42B671-C9F2-8BC2-2086-5285037E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AE3985-4D59-4F76-0B0E-102A2F54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312-1081-4358-BD97-505F8291A8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966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501AD5-434D-D80D-E37F-92B75DBBE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CBE3F0-90E5-5AEB-58D7-5C4932645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E29717-319A-1C84-01B6-CF9F69B991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ECF5F-DED3-4204-87CD-30925DDA2A09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B46A9E-E854-FE36-265A-936D8DDEDA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DB780-D2D6-F4FB-6433-3678EF1F2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07312-1081-4358-BD97-505F8291A8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832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67D9373-4339-3FC5-0F4A-6BE0B79C1927}"/>
              </a:ext>
            </a:extLst>
          </p:cNvPr>
          <p:cNvSpPr txBox="1"/>
          <p:nvPr/>
        </p:nvSpPr>
        <p:spPr>
          <a:xfrm>
            <a:off x="1163628" y="906627"/>
            <a:ext cx="1078924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/>
              <a:t>#Caller 项目说明</a:t>
            </a:r>
          </a:p>
          <a:p>
            <a:endParaRPr lang="zh-CN" altLang="en-US" dirty="0"/>
          </a:p>
          <a:p>
            <a:r>
              <a:rPr lang="zh-CN" altLang="en-US" dirty="0"/>
              <a:t>本项目用于自动化执行 Google 关键词检索，并按指定公司识别词进行命中判断、深度翻查与日志记录。</a:t>
            </a:r>
          </a:p>
        </p:txBody>
      </p:sp>
    </p:spTree>
    <p:extLst>
      <p:ext uri="{BB962C8B-B14F-4D97-AF65-F5344CB8AC3E}">
        <p14:creationId xmlns:p14="http://schemas.microsoft.com/office/powerpoint/2010/main" val="180543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316CE6-238F-2870-9371-2C0A07AC9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打开浏览器并进入 </a:t>
            </a:r>
            <a:r>
              <a:rPr lang="en-US" altLang="zh-CN" dirty="0"/>
              <a:t>Google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从 </a:t>
            </a:r>
            <a:r>
              <a:rPr lang="en-US" altLang="zh-CN" dirty="0"/>
              <a:t>`keywords.csv` </a:t>
            </a:r>
            <a:r>
              <a:rPr lang="zh-CN" altLang="en-US" dirty="0"/>
              <a:t>读取关键词，按顺序逐个搜索。</a:t>
            </a:r>
          </a:p>
          <a:p>
            <a:r>
              <a:rPr lang="en-US" altLang="zh-CN" dirty="0"/>
              <a:t>3. </a:t>
            </a:r>
            <a:r>
              <a:rPr lang="zh-CN" altLang="en-US" dirty="0"/>
              <a:t>在每页结果中匹配 </a:t>
            </a:r>
            <a:r>
              <a:rPr lang="en-US" altLang="zh-CN" dirty="0"/>
              <a:t>`info.csv` </a:t>
            </a:r>
            <a:r>
              <a:rPr lang="zh-CN" altLang="en-US" dirty="0"/>
              <a:t>中的公司识别词。</a:t>
            </a:r>
          </a:p>
          <a:p>
            <a:r>
              <a:rPr lang="en-US" altLang="zh-CN" dirty="0"/>
              <a:t>4. </a:t>
            </a:r>
            <a:r>
              <a:rPr lang="zh-CN" altLang="en-US" dirty="0"/>
              <a:t>命中后进入结果页，慢速下拉并继续站内翻查。</a:t>
            </a:r>
          </a:p>
          <a:p>
            <a:r>
              <a:rPr lang="en-US" altLang="zh-CN" dirty="0"/>
              <a:t>5. </a:t>
            </a:r>
            <a:r>
              <a:rPr lang="zh-CN" altLang="en-US" dirty="0"/>
              <a:t>回到 </a:t>
            </a:r>
            <a:r>
              <a:rPr lang="en-US" altLang="zh-CN" dirty="0"/>
              <a:t>Google </a:t>
            </a:r>
            <a:r>
              <a:rPr lang="zh-CN" altLang="en-US" dirty="0"/>
              <a:t>继续下一页，直到末页。</a:t>
            </a:r>
          </a:p>
          <a:p>
            <a:r>
              <a:rPr lang="en-US" altLang="zh-CN" dirty="0"/>
              <a:t>6. </a:t>
            </a:r>
            <a:r>
              <a:rPr lang="zh-CN" altLang="en-US" dirty="0"/>
              <a:t>切换下一个关键词，重复以上过程。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1C0D848-28BD-2790-FDA4-6A55BE95BA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258465"/>
            <a:ext cx="5432898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1. 业务流程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799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BA3E6F-CACB-7CA6-B448-C2B9965EF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- `google_caller.js`</a:t>
            </a:r>
            <a:r>
              <a:rPr lang="zh-CN" altLang="en-US" dirty="0"/>
              <a:t>：主程序。</a:t>
            </a:r>
          </a:p>
          <a:p>
            <a:r>
              <a:rPr lang="en-US" altLang="zh-CN" dirty="0"/>
              <a:t>- `keywords.csv`</a:t>
            </a:r>
            <a:r>
              <a:rPr lang="zh-CN" altLang="en-US" dirty="0"/>
              <a:t>：关键词输入，每行一个词。</a:t>
            </a:r>
          </a:p>
          <a:p>
            <a:r>
              <a:rPr lang="en-US" altLang="zh-CN" dirty="0"/>
              <a:t>- `info.csv`</a:t>
            </a:r>
            <a:r>
              <a:rPr lang="zh-CN" altLang="en-US" dirty="0"/>
              <a:t>：识别词输入，每行一个词。</a:t>
            </a:r>
          </a:p>
          <a:p>
            <a:r>
              <a:rPr lang="en-US" altLang="zh-CN" dirty="0"/>
              <a:t>- `start.bat`</a:t>
            </a:r>
            <a:r>
              <a:rPr lang="zh-CN" altLang="en-US" dirty="0"/>
              <a:t>：</a:t>
            </a:r>
            <a:r>
              <a:rPr lang="en-US" altLang="zh-CN" dirty="0"/>
              <a:t>Windows </a:t>
            </a:r>
            <a:r>
              <a:rPr lang="zh-CN" altLang="en-US" dirty="0"/>
              <a:t>批处理启动脚本。</a:t>
            </a:r>
          </a:p>
          <a:p>
            <a:r>
              <a:rPr lang="en-US" altLang="zh-CN" dirty="0"/>
              <a:t>- `start.ps1`</a:t>
            </a:r>
            <a:r>
              <a:rPr lang="zh-CN" altLang="en-US" dirty="0"/>
              <a:t>：</a:t>
            </a:r>
            <a:r>
              <a:rPr lang="en-US" altLang="zh-CN" dirty="0"/>
              <a:t>PowerShell </a:t>
            </a:r>
            <a:r>
              <a:rPr lang="zh-CN" altLang="en-US" dirty="0"/>
              <a:t>启动脚本。</a:t>
            </a:r>
          </a:p>
          <a:p>
            <a:r>
              <a:rPr lang="en-US" altLang="zh-CN" dirty="0"/>
              <a:t>- `setup-local.bat`</a:t>
            </a:r>
            <a:r>
              <a:rPr lang="zh-CN" altLang="en-US" dirty="0"/>
              <a:t>：</a:t>
            </a:r>
            <a:r>
              <a:rPr lang="en-US" altLang="zh-CN" dirty="0"/>
              <a:t>Windows </a:t>
            </a:r>
            <a:r>
              <a:rPr lang="zh-CN" altLang="en-US" dirty="0"/>
              <a:t>一键本地环境配置。</a:t>
            </a:r>
          </a:p>
          <a:p>
            <a:r>
              <a:rPr lang="en-US" altLang="zh-CN" dirty="0"/>
              <a:t>- `setup-local.ps1`</a:t>
            </a:r>
            <a:r>
              <a:rPr lang="zh-CN" altLang="en-US" dirty="0"/>
              <a:t>：</a:t>
            </a:r>
            <a:r>
              <a:rPr lang="en-US" altLang="zh-CN" dirty="0"/>
              <a:t>PowerShell </a:t>
            </a:r>
            <a:r>
              <a:rPr lang="zh-CN" altLang="en-US" dirty="0"/>
              <a:t>一键本地环境配置。</a:t>
            </a:r>
          </a:p>
          <a:p>
            <a:r>
              <a:rPr lang="en-US" altLang="zh-CN" dirty="0"/>
              <a:t>- `LOG-YYMMDD.TXT`</a:t>
            </a:r>
            <a:r>
              <a:rPr lang="zh-CN" altLang="en-US" dirty="0"/>
              <a:t>：每日运行日志，例如 </a:t>
            </a:r>
            <a:r>
              <a:rPr lang="en-US" altLang="zh-CN" dirty="0"/>
              <a:t>`LOG-260322.TXT`</a:t>
            </a:r>
            <a:r>
              <a:rPr lang="zh-CN" altLang="en-US" dirty="0"/>
              <a:t>。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1B8C660-8B15-472C-484C-C6E1BF855B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35409"/>
            <a:ext cx="490871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2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2. 文件说明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04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9E96E-995A-7474-288E-C438183B5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环境要求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9BB204-B3C7-89E6-AB5A-E412AD9A1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- Node.js 18+</a:t>
            </a:r>
            <a:r>
              <a:rPr lang="zh-CN" altLang="en-US" dirty="0"/>
              <a:t>（建议 </a:t>
            </a:r>
            <a:r>
              <a:rPr lang="en-US" altLang="zh-CN" dirty="0"/>
              <a:t>LTS </a:t>
            </a:r>
            <a:r>
              <a:rPr lang="zh-CN" altLang="en-US" dirty="0"/>
              <a:t>版本）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可访问 </a:t>
            </a:r>
            <a:r>
              <a:rPr lang="en-US" altLang="zh-CN" dirty="0"/>
              <a:t>Google </a:t>
            </a:r>
            <a:r>
              <a:rPr lang="zh-CN" altLang="en-US" dirty="0"/>
              <a:t>的网络环境（建议使用</a:t>
            </a:r>
            <a:r>
              <a:rPr lang="en-US" altLang="zh-CN" dirty="0"/>
              <a:t>Clash</a:t>
            </a:r>
            <a:r>
              <a:rPr lang="zh-CN" altLang="en-US" dirty="0"/>
              <a:t>来提供切换</a:t>
            </a:r>
            <a:r>
              <a:rPr lang="en-US" altLang="zh-CN" dirty="0" err="1"/>
              <a:t>ip</a:t>
            </a:r>
            <a:r>
              <a:rPr lang="zh-CN" altLang="en-US" dirty="0"/>
              <a:t>能力）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E3A6975-5923-0999-A468-9ADF1241F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040" y="2924839"/>
            <a:ext cx="5605252" cy="3103333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3.1 Windows 安装 Node.js（首次使用必看）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打开 Node.js 官网下载页：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4183C4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  <a:hlinkClick r:id="rId2"/>
              </a:rPr>
              <a:t>https://nodejs.org/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下载并安装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  <a:cs typeface="Open Sans" panose="020B0606030504020204" pitchFamily="34" charset="0"/>
              </a:rPr>
              <a:t>LTS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版本（默认选项一路 Next 即可）。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安装完成后，关闭并重新打开终端。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验证安装</a:t>
            </a:r>
            <a:r>
              <a:rPr lang="zh-CN" altLang="en-US" sz="1600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：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dirty="0">
                <a:solidFill>
                  <a:srgbClr val="333333"/>
                </a:solidFill>
                <a:latin typeface="Arial Unicode MS"/>
                <a:ea typeface="var(--monospace)"/>
              </a:rPr>
              <a:t>$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</a:rPr>
              <a:t>node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81A1A"/>
                </a:solidFill>
                <a:effectLst/>
                <a:latin typeface="Arial Unicode MS"/>
                <a:ea typeface="var(--monospace)"/>
              </a:rPr>
              <a:t>-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</a:rPr>
              <a:t>v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</a:rPr>
            </a:br>
            <a:r>
              <a:rPr lang="en-US" altLang="zh-CN" sz="1100" dirty="0">
                <a:solidFill>
                  <a:srgbClr val="333333"/>
                </a:solidFill>
                <a:latin typeface="Arial Unicode MS"/>
                <a:ea typeface="var(--monospace)"/>
              </a:rPr>
              <a:t>$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</a:rPr>
              <a:t>npm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981A1A"/>
                </a:solidFill>
                <a:effectLst/>
                <a:latin typeface="Arial Unicode MS"/>
                <a:ea typeface="var(--monospace)"/>
              </a:rPr>
              <a:t>-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</a:rPr>
              <a:t>v</a:t>
            </a:r>
            <a:endParaRPr kumimoji="0" lang="zh-CN" altLang="zh-CN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若提示“不是内部或外部命令”，通常是 PATH 尚未生效：</a:t>
            </a:r>
            <a:endParaRPr kumimoji="0" lang="zh-CN" altLang="zh-CN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重新打开终端后再试。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若仍失败，重启系统后重试。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仍有问题时，重新安装 Node.js 并确认勾选“Add to PATH”。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888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465719-B4FE-7619-96F2-361095CBB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zh-CN" altLang="en-US" dirty="0"/>
              <a:t>一键配置本地环境（推荐） </a:t>
            </a:r>
            <a:r>
              <a:rPr lang="en-US" altLang="zh-CN" dirty="0"/>
              <a:t>Windows </a:t>
            </a:r>
            <a:r>
              <a:rPr lang="zh-CN" altLang="en-US" dirty="0"/>
              <a:t>双击：</a:t>
            </a:r>
          </a:p>
          <a:p>
            <a:endParaRPr lang="zh-CN" altLang="en-US" dirty="0"/>
          </a:p>
          <a:p>
            <a:r>
              <a:rPr lang="en-US" altLang="zh-CN" dirty="0"/>
              <a:t>- setup-local.bat</a:t>
            </a:r>
          </a:p>
          <a:p>
            <a:endParaRPr lang="en-US" altLang="zh-CN" dirty="0"/>
          </a:p>
          <a:p>
            <a:r>
              <a:rPr lang="zh-CN" altLang="en-US" dirty="0"/>
              <a:t>常规运行：</a:t>
            </a:r>
          </a:p>
          <a:p>
            <a:endParaRPr lang="zh-CN" altLang="en-US" dirty="0"/>
          </a:p>
          <a:p>
            <a:r>
              <a:rPr lang="en-US" altLang="zh-CN" dirty="0"/>
              <a:t>```bash</a:t>
            </a:r>
          </a:p>
          <a:p>
            <a:r>
              <a:rPr lang="en-US" altLang="zh-CN" dirty="0" err="1"/>
              <a:t>npm</a:t>
            </a:r>
            <a:r>
              <a:rPr lang="en-US" altLang="zh-CN" dirty="0"/>
              <a:t> start</a:t>
            </a:r>
          </a:p>
          <a:p>
            <a:r>
              <a:rPr lang="en-US" altLang="zh-CN" dirty="0"/>
              <a:t>```</a:t>
            </a:r>
          </a:p>
          <a:p>
            <a:endParaRPr lang="en-US" altLang="zh-CN" dirty="0"/>
          </a:p>
          <a:p>
            <a:r>
              <a:rPr lang="en-US" altLang="zh-CN" dirty="0"/>
              <a:t>Windows </a:t>
            </a:r>
            <a:r>
              <a:rPr lang="zh-CN" altLang="en-US" dirty="0"/>
              <a:t>快速启动：</a:t>
            </a:r>
          </a:p>
          <a:p>
            <a:endParaRPr lang="zh-CN" altLang="en-US" dirty="0"/>
          </a:p>
          <a:p>
            <a:r>
              <a:rPr lang="en-US" altLang="zh-CN" dirty="0"/>
              <a:t>- </a:t>
            </a:r>
            <a:r>
              <a:rPr lang="zh-CN" altLang="en-US" dirty="0"/>
              <a:t>双击 </a:t>
            </a:r>
            <a:r>
              <a:rPr lang="en-US" altLang="zh-CN" dirty="0"/>
              <a:t>`start.bat`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ED8E725-A284-C1D9-0E01-214F3AFF2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安装与运行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12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1F81F0-6868-FB5F-92DB-66143B36D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可选环境变量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5BA5B9-F152-526A-AAF7-9C5A737242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solidFill>
            <a:srgbClr val="F3F4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基础行为：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  <a:cs typeface="Open Sans" panose="020B0606030504020204" pitchFamily="34" charset="0"/>
              </a:rPr>
              <a:t>HEADLESS=1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：无头模式运行（默认显示浏览器）。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  <a:cs typeface="Open Sans" panose="020B0606030504020204" pitchFamily="34" charset="0"/>
              </a:rPr>
              <a:t>MAX_GOOGLE_PAGES=20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：每个关键词最多翻查页数。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  <a:cs typeface="Open Sans" panose="020B0606030504020204" pitchFamily="34" charset="0"/>
              </a:rPr>
              <a:t>DWELL_MS_PER_PAGE=120000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：每页停留时长（毫秒）。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  <a:cs typeface="Open Sans" panose="020B0606030504020204" pitchFamily="34" charset="0"/>
              </a:rPr>
              <a:t>DEEP_BROWSE_PAGES=3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：命中后站内继续翻查页数。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  <a:cs typeface="Open Sans" panose="020B0606030504020204" pitchFamily="34" charset="0"/>
              </a:rPr>
              <a:t>PROCESS_ALL_HITS_IN_PAGE=1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：同页命中是否全部处理（默认只处理第一个）。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Clash 切换（可选）：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  <a:cs typeface="Open Sans" panose="020B0606030504020204" pitchFamily="34" charset="0"/>
              </a:rPr>
              <a:t>ENABLE_CLASH_SWITCH=1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：启用节点自动切换。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  <a:cs typeface="Open Sans" panose="020B0606030504020204" pitchFamily="34" charset="0"/>
              </a:rPr>
              <a:t>SWITCH_NODE_INTERVAL=5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：每 N 个关键词切换一次。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  <a:cs typeface="Open Sans" panose="020B0606030504020204" pitchFamily="34" charset="0"/>
              </a:rPr>
              <a:t>CLASH_API_HOST=127.0.0.1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：Clash API 主机。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  <a:cs typeface="Open Sans" panose="020B0606030504020204" pitchFamily="34" charset="0"/>
              </a:rPr>
              <a:t>CLASH_API_PORT=9090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：Clash API 端口。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  <a:cs typeface="Open Sans" panose="020B0606030504020204" pitchFamily="34" charset="0"/>
              </a:rPr>
              <a:t>CLASH_API_SECRET=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：Clash API 密钥（如有）。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  <a:cs typeface="Open Sans" panose="020B0606030504020204" pitchFamily="34" charset="0"/>
              </a:rPr>
              <a:t>CLASH_PROXY_GROUP=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：指定代理组（默认首个 Selector 组）。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  <a:cs typeface="Open Sans" panose="020B0606030504020204" pitchFamily="34" charset="0"/>
              </a:rPr>
              <a:t>CLEAR_COOKIES_ON_SWITCH=1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：切换时清空 Cookie。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  <a:cs typeface="Open Sans" panose="020B0606030504020204" pitchFamily="34" charset="0"/>
              </a:rPr>
              <a:t>PAUSE_AFTER_SWITCH_MS=5000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：切换后暂停毫秒数。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230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51EFC-7CB2-2127-0BC4-C4935D356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输入文件格式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CABFB1-1EAB-8DE6-A394-0DCB979B9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zh-CN" dirty="0"/>
              <a:t>- </a:t>
            </a:r>
            <a:r>
              <a:rPr lang="zh-CN" altLang="en-US" dirty="0"/>
              <a:t>文件编码：</a:t>
            </a:r>
            <a:r>
              <a:rPr lang="en-US" altLang="zh-CN" dirty="0"/>
              <a:t>UTF-8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无表头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每行一个完整词条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行首行尾空格会被自动 </a:t>
            </a:r>
            <a:r>
              <a:rPr lang="en-US" altLang="zh-CN" dirty="0"/>
              <a:t>trim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空行会被忽略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示例 </a:t>
            </a:r>
            <a:r>
              <a:rPr lang="en-US" altLang="zh-CN" dirty="0"/>
              <a:t>`keywords.csv`</a:t>
            </a:r>
            <a:r>
              <a:rPr lang="zh-CN" altLang="en-US" dirty="0"/>
              <a:t>：</a:t>
            </a:r>
          </a:p>
          <a:p>
            <a:r>
              <a:rPr lang="en-US" altLang="zh-CN" dirty="0"/>
              <a:t>Optic FIC</a:t>
            </a:r>
          </a:p>
          <a:p>
            <a:r>
              <a:rPr lang="en-US" altLang="zh-CN" dirty="0"/>
              <a:t>Optic fast connector SC</a:t>
            </a:r>
          </a:p>
          <a:p>
            <a:endParaRPr lang="en-US" altLang="zh-CN" dirty="0"/>
          </a:p>
          <a:p>
            <a:r>
              <a:rPr lang="zh-CN" altLang="en-US" dirty="0"/>
              <a:t>示例 </a:t>
            </a:r>
            <a:r>
              <a:rPr lang="en-US" altLang="zh-CN" dirty="0"/>
              <a:t>`info.csv`</a:t>
            </a:r>
            <a:r>
              <a:rPr lang="zh-CN" altLang="en-US" dirty="0"/>
              <a:t>：</a:t>
            </a:r>
          </a:p>
          <a:p>
            <a:r>
              <a:rPr lang="en-US" altLang="zh-CN" dirty="0" err="1"/>
              <a:t>Qyftth</a:t>
            </a:r>
            <a:endParaRPr lang="en-US" altLang="zh-CN" dirty="0"/>
          </a:p>
          <a:p>
            <a:r>
              <a:rPr lang="en-US" altLang="zh-CN" dirty="0" err="1"/>
              <a:t>Ysfiber</a:t>
            </a:r>
            <a:endParaRPr lang="en-US" altLang="zh-CN" dirty="0"/>
          </a:p>
          <a:p>
            <a:r>
              <a:rPr lang="en-US" altLang="zh-CN" dirty="0"/>
              <a:t>##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1715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C930F9-FECA-30AC-A674-90B810CE6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每个关键词至少输出一行汇总：</a:t>
            </a:r>
          </a:p>
          <a:p>
            <a:endParaRPr lang="zh-CN" altLang="en-US" dirty="0"/>
          </a:p>
          <a:p>
            <a:r>
              <a:rPr lang="en-US" altLang="zh-CN" dirty="0"/>
              <a:t>- </a:t>
            </a:r>
            <a:r>
              <a:rPr lang="zh-CN" altLang="en-US" dirty="0"/>
              <a:t>命中示例：</a:t>
            </a:r>
            <a:r>
              <a:rPr lang="en-US" altLang="zh-CN" dirty="0"/>
              <a:t>`</a:t>
            </a:r>
            <a:r>
              <a:rPr lang="zh-CN" altLang="en-US" dirty="0"/>
              <a:t>关键词 </a:t>
            </a:r>
            <a:r>
              <a:rPr lang="en-US" altLang="zh-CN" dirty="0"/>
              <a:t>- P1-P2-P3-P4✔-P5`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未命中示例：</a:t>
            </a:r>
            <a:r>
              <a:rPr lang="en-US" altLang="zh-CN" dirty="0"/>
              <a:t>`</a:t>
            </a:r>
            <a:r>
              <a:rPr lang="zh-CN" altLang="en-US" dirty="0"/>
              <a:t>关键词 </a:t>
            </a:r>
            <a:r>
              <a:rPr lang="en-US" altLang="zh-CN" dirty="0"/>
              <a:t>- P1-P2-P3-P4-</a:t>
            </a:r>
            <a:r>
              <a:rPr lang="zh-CN" altLang="en-US" dirty="0"/>
              <a:t>到末页</a:t>
            </a:r>
            <a:r>
              <a:rPr lang="en-US" altLang="zh-CN" dirty="0"/>
              <a:t>`</a:t>
            </a:r>
          </a:p>
          <a:p>
            <a:endParaRPr lang="en-US" altLang="zh-CN" dirty="0"/>
          </a:p>
          <a:p>
            <a:r>
              <a:rPr lang="zh-CN" altLang="en-US" dirty="0"/>
              <a:t>命中时追加详情行：</a:t>
            </a:r>
          </a:p>
          <a:p>
            <a:endParaRPr lang="zh-CN" altLang="en-US" dirty="0"/>
          </a:p>
          <a:p>
            <a:r>
              <a:rPr lang="en-US" altLang="zh-CN" dirty="0"/>
              <a:t>- `</a:t>
            </a:r>
            <a:r>
              <a:rPr lang="zh-CN" altLang="en-US" dirty="0"/>
              <a:t>关键词</a:t>
            </a:r>
            <a:r>
              <a:rPr lang="en-US" altLang="zh-CN" dirty="0"/>
              <a:t>-P</a:t>
            </a:r>
            <a:r>
              <a:rPr lang="zh-CN" altLang="en-US" dirty="0"/>
              <a:t>页码</a:t>
            </a:r>
            <a:r>
              <a:rPr lang="en-US" altLang="zh-CN" dirty="0"/>
              <a:t>-Google</a:t>
            </a:r>
            <a:r>
              <a:rPr lang="zh-CN" altLang="en-US" dirty="0"/>
              <a:t>命中链接</a:t>
            </a:r>
            <a:r>
              <a:rPr lang="en-US" altLang="zh-CN" dirty="0"/>
              <a:t>-</a:t>
            </a:r>
            <a:r>
              <a:rPr lang="zh-CN" altLang="en-US" dirty="0"/>
              <a:t>翻查链接</a:t>
            </a:r>
            <a:r>
              <a:rPr lang="en-US" altLang="zh-CN" dirty="0"/>
              <a:t>1-</a:t>
            </a:r>
            <a:r>
              <a:rPr lang="zh-CN" altLang="en-US" dirty="0"/>
              <a:t>翻查链接</a:t>
            </a:r>
            <a:r>
              <a:rPr lang="en-US" altLang="zh-CN" dirty="0"/>
              <a:t>2`</a:t>
            </a:r>
            <a:endParaRPr lang="zh-CN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E097D1D-FF2E-FEAF-59CD-E00F88AE04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日志格式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412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894FF5-4EE2-A3D9-0C77-D59AB424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常见问题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0EF75DF-CB5E-5DBC-52A1-38AA7F497B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5067" rIns="0" bIns="6506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报错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  <a:cs typeface="Open Sans" panose="020B0606030504020204" pitchFamily="34" charset="0"/>
              </a:rPr>
              <a:t>Executable doesn't exist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处理：执行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  <a:cs typeface="Open Sans" panose="020B0606030504020204" pitchFamily="34" charset="0"/>
              </a:rPr>
              <a:t>npx playwright install chromium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Playwright 下载失败 处理：配置代理后重试。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00AA"/>
                </a:solidFill>
                <a:effectLst/>
                <a:latin typeface="Arial Unicode MS"/>
                <a:ea typeface="var(--monospace)"/>
              </a:rPr>
              <a:t>npm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</a:rPr>
              <a:t> config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770088"/>
                </a:solidFill>
                <a:effectLst/>
                <a:latin typeface="Arial Unicode MS"/>
                <a:ea typeface="var(--monospace)"/>
              </a:rPr>
              <a:t>set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</a:rPr>
              <a:t> proxy http://127.0.0.1:7890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00AA"/>
                </a:solidFill>
                <a:effectLst/>
                <a:latin typeface="Arial Unicode MS"/>
                <a:ea typeface="var(--monospace)"/>
              </a:rPr>
              <a:t>npm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</a:rPr>
              <a:t> config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770088"/>
                </a:solidFill>
                <a:effectLst/>
                <a:latin typeface="Arial Unicode MS"/>
                <a:ea typeface="var(--monospace)"/>
              </a:rPr>
              <a:t>set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var(--monospace)"/>
              </a:rPr>
              <a:t> https-proxy http://127.0.0.1:7890</a:t>
            </a:r>
            <a:br>
              <a:rPr kumimoji="0" lang="zh-CN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299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20CC32-F085-8847-ECFF-B9522DDBB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zh-CN" altLang="en-US" dirty="0"/>
              <a:t>如果你希望让 </a:t>
            </a:r>
            <a:r>
              <a:rPr lang="en-US" altLang="zh-CN" dirty="0"/>
              <a:t>AI Agent </a:t>
            </a:r>
            <a:r>
              <a:rPr lang="zh-CN" altLang="en-US" dirty="0"/>
              <a:t>代你执行安装，可在 </a:t>
            </a:r>
            <a:r>
              <a:rPr lang="en-US" altLang="zh-CN" dirty="0"/>
              <a:t>VS Code </a:t>
            </a:r>
            <a:r>
              <a:rPr lang="zh-CN" altLang="en-US" dirty="0"/>
              <a:t>的 </a:t>
            </a:r>
            <a:r>
              <a:rPr lang="en-US" altLang="zh-CN" dirty="0"/>
              <a:t>Copilot Chat </a:t>
            </a:r>
            <a:r>
              <a:rPr lang="zh-CN" altLang="en-US" dirty="0"/>
              <a:t>中直接发送下面这段指令：</a:t>
            </a:r>
          </a:p>
          <a:p>
            <a:endParaRPr lang="zh-CN" altLang="en-US" dirty="0"/>
          </a:p>
          <a:p>
            <a:r>
              <a:rPr lang="en-US" altLang="zh-CN" dirty="0"/>
              <a:t>```text</a:t>
            </a:r>
          </a:p>
          <a:p>
            <a:r>
              <a:rPr lang="zh-CN" altLang="en-US" dirty="0"/>
              <a:t>请在当前仓库完成本地环境安装并回报结果：</a:t>
            </a:r>
          </a:p>
          <a:p>
            <a:r>
              <a:rPr lang="en-US" altLang="zh-CN" dirty="0"/>
              <a:t>1) </a:t>
            </a:r>
            <a:r>
              <a:rPr lang="zh-CN" altLang="en-US" dirty="0"/>
              <a:t>检查 </a:t>
            </a:r>
            <a:r>
              <a:rPr lang="en-US" altLang="zh-CN" dirty="0"/>
              <a:t>Node.js </a:t>
            </a:r>
            <a:r>
              <a:rPr lang="zh-CN" altLang="en-US" dirty="0"/>
              <a:t>和 </a:t>
            </a:r>
            <a:r>
              <a:rPr lang="en-US" altLang="zh-CN" dirty="0" err="1"/>
              <a:t>npm</a:t>
            </a:r>
            <a:r>
              <a:rPr lang="en-US" altLang="zh-CN" dirty="0"/>
              <a:t> </a:t>
            </a:r>
            <a:r>
              <a:rPr lang="zh-CN" altLang="en-US" dirty="0"/>
              <a:t>是否可用（输出 </a:t>
            </a:r>
            <a:r>
              <a:rPr lang="en-US" altLang="zh-CN" dirty="0"/>
              <a:t>node -v</a:t>
            </a:r>
            <a:r>
              <a:rPr lang="zh-CN" altLang="en-US" dirty="0"/>
              <a:t>、</a:t>
            </a:r>
            <a:r>
              <a:rPr lang="en-US" altLang="zh-CN" dirty="0" err="1"/>
              <a:t>npm</a:t>
            </a:r>
            <a:r>
              <a:rPr lang="en-US" altLang="zh-CN" dirty="0"/>
              <a:t> -v</a:t>
            </a:r>
            <a:r>
              <a:rPr lang="zh-CN" altLang="en-US" dirty="0"/>
              <a:t>）；</a:t>
            </a:r>
          </a:p>
          <a:p>
            <a:r>
              <a:rPr lang="en-US" altLang="zh-CN" dirty="0"/>
              <a:t>2) </a:t>
            </a:r>
            <a:r>
              <a:rPr lang="zh-CN" altLang="en-US" dirty="0"/>
              <a:t>如果缺少 </a:t>
            </a:r>
            <a:r>
              <a:rPr lang="en-US" altLang="zh-CN" dirty="0"/>
              <a:t>Node.js</a:t>
            </a:r>
            <a:r>
              <a:rPr lang="zh-CN" altLang="en-US" dirty="0"/>
              <a:t>，先给出安装指引并等待我确认；</a:t>
            </a:r>
          </a:p>
          <a:p>
            <a:r>
              <a:rPr lang="en-US" altLang="zh-CN" dirty="0"/>
              <a:t>3) </a:t>
            </a:r>
            <a:r>
              <a:rPr lang="zh-CN" altLang="en-US" dirty="0"/>
              <a:t>执行 </a:t>
            </a:r>
            <a:r>
              <a:rPr lang="en-US" altLang="zh-CN" dirty="0" err="1"/>
              <a:t>npm</a:t>
            </a:r>
            <a:r>
              <a:rPr lang="en-US" altLang="zh-CN" dirty="0"/>
              <a:t> run setup</a:t>
            </a:r>
            <a:r>
              <a:rPr lang="zh-CN" altLang="en-US" dirty="0"/>
              <a:t>；</a:t>
            </a:r>
          </a:p>
          <a:p>
            <a:r>
              <a:rPr lang="en-US" altLang="zh-CN" dirty="0"/>
              <a:t>4) </a:t>
            </a:r>
            <a:r>
              <a:rPr lang="zh-CN" altLang="en-US" dirty="0"/>
              <a:t>验证 </a:t>
            </a:r>
            <a:r>
              <a:rPr lang="en-US" altLang="zh-CN" dirty="0"/>
              <a:t>Playwright Chromium </a:t>
            </a:r>
            <a:r>
              <a:rPr lang="zh-CN" altLang="en-US" dirty="0"/>
              <a:t>是否可用；</a:t>
            </a:r>
          </a:p>
          <a:p>
            <a:r>
              <a:rPr lang="en-US" altLang="zh-CN" dirty="0"/>
              <a:t>5) </a:t>
            </a:r>
            <a:r>
              <a:rPr lang="zh-CN" altLang="en-US" dirty="0"/>
              <a:t>最后给出“是否可直接运行 </a:t>
            </a:r>
            <a:r>
              <a:rPr lang="en-US" altLang="zh-CN" dirty="0" err="1"/>
              <a:t>npm</a:t>
            </a:r>
            <a:r>
              <a:rPr lang="en-US" altLang="zh-CN" dirty="0"/>
              <a:t> start”</a:t>
            </a:r>
            <a:r>
              <a:rPr lang="zh-CN" altLang="en-US" dirty="0"/>
              <a:t>的结论。</a:t>
            </a:r>
          </a:p>
          <a:p>
            <a:r>
              <a:rPr lang="en-US" altLang="zh-CN" dirty="0"/>
              <a:t>```</a:t>
            </a:r>
          </a:p>
          <a:p>
            <a:endParaRPr lang="en-US" altLang="zh-CN" dirty="0"/>
          </a:p>
          <a:p>
            <a:r>
              <a:rPr lang="zh-CN" altLang="en-US" dirty="0"/>
              <a:t>说明：</a:t>
            </a:r>
          </a:p>
          <a:p>
            <a:endParaRPr lang="zh-CN" altLang="en-US" dirty="0"/>
          </a:p>
          <a:p>
            <a:r>
              <a:rPr lang="en-US" altLang="zh-CN" dirty="0"/>
              <a:t>- </a:t>
            </a:r>
            <a:r>
              <a:rPr lang="zh-CN" altLang="en-US" dirty="0"/>
              <a:t>本仓库的一键安装命令是 </a:t>
            </a:r>
            <a:r>
              <a:rPr lang="en-US" altLang="zh-CN" dirty="0"/>
              <a:t>`</a:t>
            </a:r>
            <a:r>
              <a:rPr lang="en-US" altLang="zh-CN" dirty="0" err="1"/>
              <a:t>npm</a:t>
            </a:r>
            <a:r>
              <a:rPr lang="en-US" altLang="zh-CN" dirty="0"/>
              <a:t> run setup`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- Windows </a:t>
            </a:r>
            <a:r>
              <a:rPr lang="zh-CN" altLang="en-US" dirty="0"/>
              <a:t>也可直接双击 </a:t>
            </a:r>
            <a:r>
              <a:rPr lang="en-US" altLang="zh-CN" dirty="0"/>
              <a:t>`setup-local.bat`</a:t>
            </a:r>
            <a:r>
              <a:rPr lang="zh-CN" altLang="en-US" dirty="0"/>
              <a:t>。</a:t>
            </a:r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7AC4DB3-19A9-BDAE-2969-4E0769E9E7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Agent 代安装说明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137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970</Words>
  <Application>Microsoft Office PowerPoint</Application>
  <PresentationFormat>宽屏</PresentationFormat>
  <Paragraphs>107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Arial Unicode MS</vt:lpstr>
      <vt:lpstr>等线</vt:lpstr>
      <vt:lpstr>等线 Light</vt:lpstr>
      <vt:lpstr>Arial</vt:lpstr>
      <vt:lpstr>Open Sans</vt:lpstr>
      <vt:lpstr>Office 主题​​</vt:lpstr>
      <vt:lpstr>PowerPoint 演示文稿</vt:lpstr>
      <vt:lpstr>1. 业务流程 </vt:lpstr>
      <vt:lpstr>2. 文件说明 </vt:lpstr>
      <vt:lpstr>环境要求</vt:lpstr>
      <vt:lpstr>安装与运行 </vt:lpstr>
      <vt:lpstr>可选环境变量</vt:lpstr>
      <vt:lpstr>输入文件格式</vt:lpstr>
      <vt:lpstr>日志格式 </vt:lpstr>
      <vt:lpstr>常见问题</vt:lpstr>
      <vt:lpstr>Agent 代安装说明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瀚霖 刘</dc:creator>
  <cp:lastModifiedBy>瀚霖 刘</cp:lastModifiedBy>
  <cp:revision>1</cp:revision>
  <dcterms:created xsi:type="dcterms:W3CDTF">2026-03-22T08:20:49Z</dcterms:created>
  <dcterms:modified xsi:type="dcterms:W3CDTF">2026-03-22T08:28:35Z</dcterms:modified>
</cp:coreProperties>
</file>